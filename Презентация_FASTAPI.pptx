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6531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53473902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10/30/2013</a:t>
            </a:fld>
            <a:endParaRPr lang="ru-RU"/>
          </a:p>
        </p:txBody>
      </p:sp>
      <p:sp>
        <p:nvSpPr>
          <p:cNvPr id="1791252844" name="Рисунок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963623479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665495116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44163964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0044350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102650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182629886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802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9109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2586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DBD25C-5EC5-0A35-5B9C-07D39D3985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936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3741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1459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8AD78C-85BE-17F2-9CA9-310C9E3514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2407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32211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6629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42F679-451D-F1AA-EBB0-CC45261271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1020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34244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465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5D5B72-6F30-FBD1-940E-B4CF5414C8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6706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65593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60229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FDB9A-C2B6-0063-4EEA-937E5F26A1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25BB5-636C-14C0-0E70-A539F537C9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5D001E-99F8-F1C9-7773-F242FBAB1A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1406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18938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95713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7E64EB-0EDA-3220-96F2-3A56C241BC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42626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02271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63203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1C1040-B6D6-AAFC-D905-1DE2291B01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3279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13610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1710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9E5EC1-DB7E-FCEE-9291-19C136CE871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6949774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598764982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624498860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702229236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837201533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071409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732634198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663676798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579579800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707300900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925217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74461916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27087822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339722074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70971670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14499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247982576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549726338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25713198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657691963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94770986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542720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940335872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2105496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06653381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08796927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948260754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77552721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54542607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4628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925440108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549578373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11719173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99185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832970067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14131767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447241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503080634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33332431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57031058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057858784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45010196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768353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699445586" name="Рисунок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Нажмите, чтобы добавить изображение</a:t>
            </a:r>
            <a:endParaRPr lang="ru-RU"/>
          </a:p>
        </p:txBody>
      </p:sp>
      <p:sp>
        <p:nvSpPr>
          <p:cNvPr id="20689116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41519783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880699747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1501204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82931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359779858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3185584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64806314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723712211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719986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327235850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208438311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534023076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460396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794556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441851090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81535534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55316452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212103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268742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16747" y="0"/>
            <a:ext cx="5040923" cy="6858000"/>
          </a:xfrm>
          <a:prstGeom prst="rect">
            <a:avLst/>
          </a:prstGeom>
        </p:spPr>
      </p:pic>
      <p:sp>
        <p:nvSpPr>
          <p:cNvPr id="38173078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2871106" y="945469"/>
            <a:ext cx="9021535" cy="2387599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5000" lnSpcReduction="1000"/>
          </a:bodyPr>
          <a:lstStyle/>
          <a:p>
            <a:pPr algn="r">
              <a:defRPr/>
            </a:pPr>
            <a:r>
              <a:rPr lang="ru-RU">
                <a:highlight>
                  <a:srgbClr val="FFFFFF"/>
                </a:highlight>
              </a:rPr>
              <a:t>Разработка собственного </a:t>
            </a:r>
            <a:r>
              <a:rPr lang="ru-RU">
                <a:highlight>
                  <a:srgbClr val="FFFFFF"/>
                </a:highlight>
              </a:rPr>
              <a:t>приложения на </a:t>
            </a:r>
            <a:r>
              <a:rPr lang="en-US">
                <a:highlight>
                  <a:srgbClr val="FFFFFF"/>
                </a:highlight>
              </a:rPr>
              <a:t>FastAPI</a:t>
            </a:r>
            <a:br>
              <a:rPr lang="ru-RU">
                <a:highlight>
                  <a:srgbClr val="FFFFFF"/>
                </a:highlight>
              </a:rPr>
            </a:br>
            <a:r>
              <a:rPr lang="en-US">
                <a:highlight>
                  <a:srgbClr val="FFFFFF"/>
                </a:highlight>
              </a:rPr>
              <a:t>“</a:t>
            </a:r>
            <a:r>
              <a:rPr lang="ru-RU" sz="5700" b="0" i="0" u="none" strike="noStrike" cap="none" spc="0">
                <a:solidFill>
                  <a:schemeClr val="tx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PCB Order System</a:t>
            </a:r>
            <a:r>
              <a:rPr lang="en-US">
                <a:highlight>
                  <a:srgbClr val="FFFFFF"/>
                </a:highlight>
              </a:rPr>
              <a:t>”</a:t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1449350421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6449785" y="5035097"/>
            <a:ext cx="5565321" cy="1128938"/>
          </a:xfrm>
        </p:spPr>
        <p:txBody>
          <a:bodyPr/>
          <a:lstStyle/>
          <a:p>
            <a:pPr algn="r">
              <a:defRPr/>
            </a:pPr>
            <a:r>
              <a:rPr lang="ru-RU"/>
              <a:t>Студент: Рожкова Татьяна Юрьевна</a:t>
            </a:r>
            <a:endParaRPr lang="ru-RU"/>
          </a:p>
          <a:p>
            <a:pPr algn="r">
              <a:defRPr/>
            </a:pPr>
            <a:r>
              <a:rPr lang="ru-RU"/>
              <a:t>Группа: М01-501д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525774" name=""/>
          <p:cNvSpPr/>
          <p:nvPr/>
        </p:nvSpPr>
        <p:spPr bwMode="auto">
          <a:xfrm rot="0" flipH="0" flipV="0">
            <a:off x="169312" y="1413869"/>
            <a:ext cx="11846718" cy="5155405"/>
          </a:xfrm>
          <a:prstGeom prst="rect">
            <a:avLst/>
          </a:prstGeom>
          <a:solidFill>
            <a:schemeClr val="accent6">
              <a:lumMod val="20000"/>
              <a:lumOff val="80000"/>
              <a:alpha val="67999"/>
            </a:schemeClr>
          </a:solidFill>
          <a:ln w="19050" cap="flat" cmpd="sng" algn="ctr">
            <a:solidFill>
              <a:schemeClr val="accent6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04859796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16668" y="79374"/>
            <a:ext cx="8129831" cy="1039812"/>
          </a:xfrm>
        </p:spPr>
        <p:txBody>
          <a:bodyPr/>
          <a:lstStyle/>
          <a:p>
            <a:pPr>
              <a:defRPr/>
            </a:pPr>
            <a:r>
              <a:rPr lang="en-US"/>
              <a:t>Build </a:t>
            </a:r>
            <a:r>
              <a:rPr lang="ru-RU"/>
              <a:t>приложения</a:t>
            </a:r>
            <a:endParaRPr/>
          </a:p>
        </p:txBody>
      </p:sp>
      <p:sp>
        <p:nvSpPr>
          <p:cNvPr id="1376309757" name=""/>
          <p:cNvSpPr txBox="1"/>
          <p:nvPr/>
        </p:nvSpPr>
        <p:spPr bwMode="auto">
          <a:xfrm rot="0" flipH="0" flipV="0">
            <a:off x="169312" y="936127"/>
            <a:ext cx="9873033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Использование платформы </a:t>
            </a:r>
            <a:r>
              <a:rPr lang="en-US"/>
              <a:t>Docker</a:t>
            </a:r>
            <a:r>
              <a:rPr lang="ru-RU"/>
              <a:t>. Три контейнера описаны в файле </a:t>
            </a:r>
            <a:r>
              <a:rPr lang="en-US"/>
              <a:t>Docker-compose.yml</a:t>
            </a:r>
            <a:endParaRPr/>
          </a:p>
        </p:txBody>
      </p:sp>
      <p:sp>
        <p:nvSpPr>
          <p:cNvPr id="189112882" name=""/>
          <p:cNvSpPr/>
          <p:nvPr/>
        </p:nvSpPr>
        <p:spPr bwMode="auto">
          <a:xfrm rot="0" flipH="0" flipV="0">
            <a:off x="1940718" y="1690687"/>
            <a:ext cx="8310562" cy="41790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7182271" name=""/>
          <p:cNvSpPr/>
          <p:nvPr/>
        </p:nvSpPr>
        <p:spPr bwMode="auto">
          <a:xfrm rot="0" flipH="0" flipV="0">
            <a:off x="2681530" y="2309812"/>
            <a:ext cx="2424297" cy="13811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69065726" name=""/>
          <p:cNvSpPr txBox="1"/>
          <p:nvPr/>
        </p:nvSpPr>
        <p:spPr bwMode="auto">
          <a:xfrm rot="0" flipH="0" flipV="0">
            <a:off x="2818105" y="2527098"/>
            <a:ext cx="2051794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container: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pcb_api</a:t>
            </a:r>
            <a:endParaRPr/>
          </a:p>
        </p:txBody>
      </p:sp>
      <p:sp>
        <p:nvSpPr>
          <p:cNvPr id="961862889" name=""/>
          <p:cNvSpPr/>
          <p:nvPr/>
        </p:nvSpPr>
        <p:spPr bwMode="auto">
          <a:xfrm rot="0" flipH="0" flipV="0">
            <a:off x="4691305" y="4129086"/>
            <a:ext cx="2424297" cy="13811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4776882" name=""/>
          <p:cNvSpPr/>
          <p:nvPr/>
        </p:nvSpPr>
        <p:spPr bwMode="auto">
          <a:xfrm rot="0" flipH="0" flipV="0">
            <a:off x="7115603" y="2309812"/>
            <a:ext cx="2424297" cy="13811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4227887" name=""/>
          <p:cNvSpPr txBox="1"/>
          <p:nvPr/>
        </p:nvSpPr>
        <p:spPr bwMode="auto">
          <a:xfrm rot="0" flipH="0" flipV="0">
            <a:off x="4869899" y="4312146"/>
            <a:ext cx="2127918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container: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pgadmin</a:t>
            </a:r>
            <a:endParaRPr/>
          </a:p>
        </p:txBody>
      </p:sp>
      <p:sp>
        <p:nvSpPr>
          <p:cNvPr id="582639548" name=""/>
          <p:cNvSpPr txBox="1"/>
          <p:nvPr/>
        </p:nvSpPr>
        <p:spPr bwMode="auto">
          <a:xfrm rot="0" flipH="0" flipV="0">
            <a:off x="7174887" y="2369343"/>
            <a:ext cx="2305729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container: </a:t>
            </a:r>
            <a:r>
              <a:rPr lang="en-US"/>
              <a:t>postgresql</a:t>
            </a:r>
            <a:endParaRPr/>
          </a:p>
        </p:txBody>
      </p:sp>
      <p:sp>
        <p:nvSpPr>
          <p:cNvPr id="791660406" name=""/>
          <p:cNvSpPr txBox="1"/>
          <p:nvPr/>
        </p:nvSpPr>
        <p:spPr bwMode="auto">
          <a:xfrm rot="0" flipH="0" flipV="0">
            <a:off x="2110030" y="1836536"/>
            <a:ext cx="207679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Docker default Net</a:t>
            </a:r>
            <a:endParaRPr/>
          </a:p>
        </p:txBody>
      </p:sp>
      <p:cxnSp>
        <p:nvCxnSpPr>
          <p:cNvPr id="235705918" name=""/>
          <p:cNvCxnSpPr>
            <a:stCxn id="1664776882" idx="1"/>
            <a:endCxn id="1664776882" idx="1"/>
          </p:cNvCxnSpPr>
          <p:nvPr/>
        </p:nvCxnSpPr>
        <p:spPr bwMode="auto">
          <a:xfrm rot="10800000" flipH="0" flipV="0">
            <a:off x="7115603" y="3000374"/>
            <a:ext cx="0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260874" name=""/>
          <p:cNvCxnSpPr>
            <a:stCxn id="1664776882" idx="1"/>
            <a:endCxn id="497182271" idx="3"/>
          </p:cNvCxnSpPr>
          <p:nvPr/>
        </p:nvCxnSpPr>
        <p:spPr bwMode="auto">
          <a:xfrm rot="10800000" flipH="0" flipV="1">
            <a:off x="5105829" y="3000374"/>
            <a:ext cx="2009774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8215950" name=""/>
          <p:cNvSpPr txBox="1"/>
          <p:nvPr/>
        </p:nvSpPr>
        <p:spPr bwMode="auto">
          <a:xfrm rot="0" flipH="0" flipV="0">
            <a:off x="5421466" y="2634254"/>
            <a:ext cx="1378499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depends on</a:t>
            </a:r>
            <a:endParaRPr/>
          </a:p>
        </p:txBody>
      </p:sp>
      <p:cxnSp>
        <p:nvCxnSpPr>
          <p:cNvPr id="353930871" name=""/>
          <p:cNvCxnSpPr>
            <a:stCxn id="961862889" idx="3"/>
            <a:endCxn id="1664776882" idx="2"/>
          </p:cNvCxnSpPr>
          <p:nvPr/>
        </p:nvCxnSpPr>
        <p:spPr bwMode="auto">
          <a:xfrm rot="0" flipH="0" flipV="1">
            <a:off x="7115603" y="3690936"/>
            <a:ext cx="1212148" cy="1128711"/>
          </a:xfrm>
          <a:prstGeom prst="bentConnector2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9363182" name=""/>
          <p:cNvCxnSpPr>
            <a:stCxn id="961862889" idx="1"/>
            <a:endCxn id="497182271" idx="2"/>
          </p:cNvCxnSpPr>
          <p:nvPr/>
        </p:nvCxnSpPr>
        <p:spPr bwMode="auto">
          <a:xfrm rot="10800000" flipH="0" flipV="0">
            <a:off x="3893680" y="3690937"/>
            <a:ext cx="797625" cy="1128711"/>
          </a:xfrm>
          <a:prstGeom prst="bentConnector2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6513188" name=""/>
          <p:cNvCxnSpPr>
            <a:stCxn id="1664776882" idx="3"/>
          </p:cNvCxnSpPr>
          <p:nvPr/>
        </p:nvCxnSpPr>
        <p:spPr bwMode="auto">
          <a:xfrm rot="0" flipH="0" flipV="1">
            <a:off x="9539901" y="2994421"/>
            <a:ext cx="1499816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3774353" name=""/>
          <p:cNvCxnSpPr/>
          <p:nvPr/>
        </p:nvCxnSpPr>
        <p:spPr bwMode="auto">
          <a:xfrm rot="0" flipH="0" flipV="1">
            <a:off x="1190810" y="3000375"/>
            <a:ext cx="1499815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540858" name=""/>
          <p:cNvCxnSpPr/>
          <p:nvPr/>
        </p:nvCxnSpPr>
        <p:spPr bwMode="auto">
          <a:xfrm rot="5399999" flipH="0" flipV="1">
            <a:off x="5443872" y="5969792"/>
            <a:ext cx="919164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3441517" name=""/>
          <p:cNvSpPr txBox="1"/>
          <p:nvPr/>
        </p:nvSpPr>
        <p:spPr bwMode="auto">
          <a:xfrm rot="0" flipH="0" flipV="0">
            <a:off x="443156" y="6203156"/>
            <a:ext cx="108583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localhost</a:t>
            </a:r>
            <a:endParaRPr/>
          </a:p>
        </p:txBody>
      </p:sp>
      <p:sp>
        <p:nvSpPr>
          <p:cNvPr id="352038459" name=""/>
          <p:cNvSpPr txBox="1"/>
          <p:nvPr/>
        </p:nvSpPr>
        <p:spPr bwMode="auto">
          <a:xfrm rot="0" flipH="0" flipV="0">
            <a:off x="1308617" y="2634254"/>
            <a:ext cx="1264199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8000:8000</a:t>
            </a:r>
            <a:endParaRPr/>
          </a:p>
        </p:txBody>
      </p:sp>
      <p:sp>
        <p:nvSpPr>
          <p:cNvPr id="193036530" name=""/>
          <p:cNvSpPr txBox="1"/>
          <p:nvPr/>
        </p:nvSpPr>
        <p:spPr bwMode="auto">
          <a:xfrm rot="0" flipH="0" flipV="0">
            <a:off x="9619181" y="2628301"/>
            <a:ext cx="1264199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5432:5432</a:t>
            </a:r>
            <a:endParaRPr/>
          </a:p>
        </p:txBody>
      </p:sp>
      <p:sp>
        <p:nvSpPr>
          <p:cNvPr id="336594855" name=""/>
          <p:cNvSpPr txBox="1"/>
          <p:nvPr/>
        </p:nvSpPr>
        <p:spPr bwMode="auto">
          <a:xfrm rot="0" flipH="0" flipV="0">
            <a:off x="5933858" y="5510210"/>
            <a:ext cx="692143" cy="6404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80:</a:t>
            </a:r>
            <a:br>
              <a:rPr lang="en-US"/>
            </a:br>
            <a:r>
              <a:rPr lang="en-US"/>
              <a:t>5050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6955104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62697" y="1528810"/>
            <a:ext cx="7002715" cy="4512760"/>
          </a:xfrm>
          <a:prstGeom prst="rect">
            <a:avLst/>
          </a:prstGeom>
        </p:spPr>
      </p:pic>
      <p:sp>
        <p:nvSpPr>
          <p:cNvPr id="1189459142" name="Заголовок 1"/>
          <p:cNvSpPr>
            <a:spLocks noGrp="1"/>
          </p:cNvSpPr>
          <p:nvPr>
            <p:ph type="title"/>
          </p:nvPr>
        </p:nvSpPr>
        <p:spPr bwMode="auto">
          <a:xfrm>
            <a:off x="0" y="-1587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/>
              <a:t>Schemas.py</a:t>
            </a:r>
            <a:endParaRPr/>
          </a:p>
        </p:txBody>
      </p:sp>
      <p:pic>
        <p:nvPicPr>
          <p:cNvPr id="10384047" name=""/>
          <p:cNvPicPr>
            <a:picLocks noChangeAspect="1"/>
          </p:cNvPicPr>
          <p:nvPr/>
        </p:nvPicPr>
        <p:blipFill rotWithShape="1">
          <a:blip r:embed="rId4"/>
          <a:srcRect l="0" t="0" r="49648" b="0"/>
          <a:stretch/>
        </p:blipFill>
        <p:spPr bwMode="auto">
          <a:xfrm flipH="0" flipV="0">
            <a:off x="7587234" y="471197"/>
            <a:ext cx="4291800" cy="55159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627833" name="Заголовок 1"/>
          <p:cNvSpPr>
            <a:spLocks noGrp="1"/>
          </p:cNvSpPr>
          <p:nvPr>
            <p:ph type="title"/>
          </p:nvPr>
        </p:nvSpPr>
        <p:spPr bwMode="auto">
          <a:xfrm>
            <a:off x="209549" y="-1587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ru-RU"/>
              <a:t>Таблицы в БД</a:t>
            </a:r>
            <a:r>
              <a:rPr lang="en-US"/>
              <a:t> </a:t>
            </a:r>
            <a:r>
              <a:rPr lang="en-US"/>
              <a:t>(</a:t>
            </a:r>
            <a:r>
              <a:rPr lang="en-US"/>
              <a:t>models.py)</a:t>
            </a:r>
            <a:endParaRPr/>
          </a:p>
        </p:txBody>
      </p:sp>
      <p:graphicFrame>
        <p:nvGraphicFramePr>
          <p:cNvPr id="1535424525" name=""/>
          <p:cNvGraphicFramePr>
            <a:graphicFrameLocks xmlns:a="http://schemas.openxmlformats.org/drawingml/2006/main"/>
          </p:cNvGraphicFramePr>
          <p:nvPr/>
        </p:nvGraphicFramePr>
        <p:xfrm rot="0">
          <a:off x="3480824" y="1296793"/>
          <a:ext cx="4343399" cy="1972922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340000"/>
                <a:gridCol w="2003399"/>
              </a:tblGrid>
              <a:tr h="360000"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users</a:t>
                      </a: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91361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id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Integer(PK)</a:t>
                      </a:r>
                      <a:endParaRPr/>
                    </a:p>
                  </a:txBody>
                  <a:tcPr/>
                </a:tc>
              </a:tr>
              <a:tr h="25848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email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string</a:t>
                      </a:r>
                      <a:endParaRPr/>
                    </a:p>
                  </a:txBody>
                  <a:tcPr/>
                </a:tc>
              </a:tr>
              <a:tr h="509882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hashed_password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string</a:t>
                      </a:r>
                      <a:endParaRPr/>
                    </a:p>
                  </a:txBody>
                  <a:tcPr/>
                </a:tc>
              </a:tr>
              <a:tr h="291361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role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Enum(UserRole)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96098092" name=""/>
          <p:cNvGraphicFramePr>
            <a:graphicFrameLocks xmlns:a="http://schemas.openxmlformats.org/drawingml/2006/main"/>
          </p:cNvGraphicFramePr>
          <p:nvPr/>
        </p:nvGraphicFramePr>
        <p:xfrm rot="0">
          <a:off x="8347074" y="1104973"/>
          <a:ext cx="2968624" cy="210311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998962"/>
                <a:gridCol w="1969661"/>
              </a:tblGrid>
              <a:tr h="326708"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services</a:t>
                      </a:r>
                      <a:endParaRPr/>
                    </a:p>
                  </a:txBody>
                  <a:tcPr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326708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id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Integer(PK)</a:t>
                      </a:r>
                      <a:endParaRPr/>
                    </a:p>
                  </a:txBody>
                  <a:tcPr/>
                </a:tc>
              </a:tr>
              <a:tr h="326708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name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String</a:t>
                      </a:r>
                      <a:endParaRPr/>
                    </a:p>
                  </a:txBody>
                  <a:tcPr/>
                </a:tc>
              </a:tr>
              <a:tr h="326708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price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Integer</a:t>
                      </a:r>
                      <a:endParaRPr/>
                    </a:p>
                  </a:txBody>
                  <a:tcPr/>
                </a:tc>
              </a:tr>
              <a:tr h="326708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Is_active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Boolean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621784931" name=""/>
          <p:cNvGraphicFramePr>
            <a:graphicFrameLocks xmlns:a="http://schemas.openxmlformats.org/drawingml/2006/main"/>
          </p:cNvGraphicFramePr>
          <p:nvPr/>
        </p:nvGraphicFramePr>
        <p:xfrm rot="0">
          <a:off x="2892143" y="3926770"/>
          <a:ext cx="4639699" cy="256031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319849"/>
                <a:gridCol w="2319849"/>
              </a:tblGrid>
              <a:tr h="365760"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orders</a:t>
                      </a:r>
                      <a:endParaRPr/>
                    </a:p>
                  </a:txBody>
                  <a:tcPr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id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Integer(PK)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Client_id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Integer(FK-users.id)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Engineer_id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Integer(FK-users.id)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description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String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status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Enum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Created_at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DateTime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476493882" name=""/>
          <p:cNvGraphicFramePr>
            <a:graphicFrameLocks xmlns:a="http://schemas.openxmlformats.org/drawingml/2006/main"/>
          </p:cNvGraphicFramePr>
          <p:nvPr/>
        </p:nvGraphicFramePr>
        <p:xfrm rot="0">
          <a:off x="7821912" y="3748322"/>
          <a:ext cx="4018949" cy="109727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323723"/>
                <a:gridCol w="2695226"/>
              </a:tblGrid>
              <a:tr h="257673"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order_services</a:t>
                      </a:r>
                      <a:endParaRPr/>
                    </a:p>
                  </a:txBody>
                  <a:tcPr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57673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Order_id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Integer(FK-orders.id)</a:t>
                      </a:r>
                      <a:endParaRPr/>
                    </a:p>
                  </a:txBody>
                  <a:tcPr/>
                </a:tc>
              </a:tr>
              <a:tr h="257673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Service_id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Integer(FK-services.id)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785860117" name=""/>
          <p:cNvCxnSpPr>
            <a:stCxn id="596098092" idx="1"/>
            <a:endCxn id="596098092" idx="1"/>
          </p:cNvCxnSpPr>
          <p:nvPr/>
        </p:nvCxnSpPr>
        <p:spPr bwMode="auto">
          <a:xfrm rot="10800000" flipH="0" flipV="0">
            <a:off x="8347074" y="2156533"/>
            <a:ext cx="0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7035950" name=""/>
          <p:cNvCxnSpPr>
            <a:stCxn id="1535424525" idx="2"/>
            <a:endCxn id="1621784931" idx="0"/>
          </p:cNvCxnSpPr>
          <p:nvPr/>
        </p:nvCxnSpPr>
        <p:spPr bwMode="auto">
          <a:xfrm rot="5400000" flipH="0" flipV="0">
            <a:off x="5103731" y="3377977"/>
            <a:ext cx="657054" cy="440530"/>
          </a:xfrm>
          <a:prstGeom prst="line">
            <a:avLst/>
          </a:prstGeom>
          <a:ln w="38100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8883" name=""/>
          <p:cNvCxnSpPr>
            <a:stCxn id="596098092" idx="2"/>
            <a:endCxn id="1476493882" idx="0"/>
          </p:cNvCxnSpPr>
          <p:nvPr/>
        </p:nvCxnSpPr>
        <p:spPr bwMode="auto">
          <a:xfrm rot="5400000" flipH="0" flipV="0">
            <a:off x="9561272" y="3478208"/>
            <a:ext cx="540230" cy="0"/>
          </a:xfrm>
          <a:prstGeom prst="line">
            <a:avLst/>
          </a:prstGeom>
          <a:ln w="38100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3630874" name=""/>
          <p:cNvCxnSpPr>
            <a:stCxn id="1621784931" idx="3"/>
            <a:endCxn id="1476493882" idx="2"/>
          </p:cNvCxnSpPr>
          <p:nvPr/>
        </p:nvCxnSpPr>
        <p:spPr bwMode="auto">
          <a:xfrm rot="0" flipH="0" flipV="1">
            <a:off x="7531843" y="4845603"/>
            <a:ext cx="2299543" cy="361326"/>
          </a:xfrm>
          <a:prstGeom prst="bentConnector2">
            <a:avLst/>
          </a:prstGeom>
          <a:ln w="38100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580700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82387" y="1249168"/>
            <a:ext cx="2466880" cy="2410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193862" name="Заголовок 1"/>
          <p:cNvSpPr>
            <a:spLocks noGrp="1"/>
          </p:cNvSpPr>
          <p:nvPr>
            <p:ph type="title"/>
          </p:nvPr>
        </p:nvSpPr>
        <p:spPr bwMode="auto">
          <a:xfrm>
            <a:off x="400050" y="-97517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/>
              <a:t>pgAdmin</a:t>
            </a:r>
            <a:endParaRPr/>
          </a:p>
        </p:txBody>
      </p:sp>
      <p:pic>
        <p:nvPicPr>
          <p:cNvPr id="66065898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197173" y="754767"/>
            <a:ext cx="7637076" cy="5360282"/>
          </a:xfrm>
          <a:prstGeom prst="rect">
            <a:avLst/>
          </a:prstGeom>
          <a:ln w="19050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86871900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90499" y="1123949"/>
            <a:ext cx="3457038" cy="3005137"/>
          </a:xfrm>
          <a:prstGeom prst="rect">
            <a:avLst/>
          </a:prstGeom>
          <a:ln w="19050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512213076" name=""/>
          <p:cNvPicPr>
            <a:picLocks noChangeAspect="1"/>
          </p:cNvPicPr>
          <p:nvPr/>
        </p:nvPicPr>
        <p:blipFill rotWithShape="1">
          <a:blip r:embed="rId5"/>
          <a:srcRect l="0" t="0" r="0" b="3978"/>
          <a:stretch/>
        </p:blipFill>
        <p:spPr bwMode="auto">
          <a:xfrm flipH="0" flipV="0">
            <a:off x="1733268" y="3067779"/>
            <a:ext cx="2675962" cy="3447318"/>
          </a:xfrm>
          <a:prstGeom prst="rect">
            <a:avLst/>
          </a:prstGeom>
          <a:ln w="19050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0055380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76199" y="126999"/>
            <a:ext cx="9510955" cy="92074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/>
              <a:t>Права пользователей (</a:t>
            </a:r>
            <a:r>
              <a:rPr lang="en-US"/>
              <a:t>dependencies.py)</a:t>
            </a:r>
            <a:endParaRPr/>
          </a:p>
        </p:txBody>
      </p:sp>
      <p:pic>
        <p:nvPicPr>
          <p:cNvPr id="22702095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6199" y="1416843"/>
            <a:ext cx="6313250" cy="3371850"/>
          </a:xfrm>
          <a:prstGeom prst="rect">
            <a:avLst/>
          </a:prstGeom>
        </p:spPr>
      </p:pic>
      <p:pic>
        <p:nvPicPr>
          <p:cNvPr id="642198742" name=""/>
          <p:cNvPicPr>
            <a:picLocks noChangeAspect="1"/>
          </p:cNvPicPr>
          <p:nvPr/>
        </p:nvPicPr>
        <p:blipFill rotWithShape="1">
          <a:blip r:embed="rId4"/>
          <a:srcRect l="0" t="8060" r="0" b="0"/>
          <a:stretch/>
        </p:blipFill>
        <p:spPr bwMode="auto">
          <a:xfrm flipH="0" flipV="0">
            <a:off x="6801328" y="1890959"/>
            <a:ext cx="5043731" cy="1457201"/>
          </a:xfrm>
          <a:prstGeom prst="rect">
            <a:avLst/>
          </a:prstGeom>
        </p:spPr>
      </p:pic>
      <p:sp>
        <p:nvSpPr>
          <p:cNvPr id="89591204" name=""/>
          <p:cNvSpPr txBox="1"/>
          <p:nvPr/>
        </p:nvSpPr>
        <p:spPr bwMode="auto">
          <a:xfrm rot="0" flipH="0" flipV="0">
            <a:off x="6912768" y="854508"/>
            <a:ext cx="4820851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Пример использования: удаление пользователя, права только у администратора</a:t>
            </a:r>
            <a:endParaRPr/>
          </a:p>
        </p:txBody>
      </p:sp>
      <p:pic>
        <p:nvPicPr>
          <p:cNvPr id="22024066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979318" y="5303983"/>
            <a:ext cx="6084337" cy="1199210"/>
          </a:xfrm>
          <a:prstGeom prst="rect">
            <a:avLst/>
          </a:prstGeom>
        </p:spPr>
      </p:pic>
      <p:sp>
        <p:nvSpPr>
          <p:cNvPr id="280624292" name=""/>
          <p:cNvSpPr txBox="1"/>
          <p:nvPr/>
        </p:nvSpPr>
        <p:spPr bwMode="auto">
          <a:xfrm rot="0" flipH="0" flipV="0">
            <a:off x="6801328" y="4331313"/>
            <a:ext cx="3833449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Пример использования: создание услуги, права только у администратора и менеджера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167148" name="Заголовок 1"/>
          <p:cNvSpPr>
            <a:spLocks noGrp="1"/>
          </p:cNvSpPr>
          <p:nvPr>
            <p:ph type="title"/>
          </p:nvPr>
        </p:nvSpPr>
        <p:spPr bwMode="auto">
          <a:xfrm>
            <a:off x="161423" y="89400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ru-RU"/>
              <a:t>Страница регистрации и атвторизации</a:t>
            </a:r>
            <a:endParaRPr/>
          </a:p>
        </p:txBody>
      </p:sp>
      <p:pic>
        <p:nvPicPr>
          <p:cNvPr id="195409892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077230" y="1807182"/>
            <a:ext cx="3605445" cy="3407631"/>
          </a:xfrm>
          <a:prstGeom prst="rect">
            <a:avLst/>
          </a:prstGeom>
        </p:spPr>
      </p:pic>
      <p:pic>
        <p:nvPicPr>
          <p:cNvPr id="92034799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880150" y="1805713"/>
            <a:ext cx="3606999" cy="3409099"/>
          </a:xfrm>
          <a:prstGeom prst="rect">
            <a:avLst/>
          </a:prstGeom>
        </p:spPr>
      </p:pic>
      <p:pic>
        <p:nvPicPr>
          <p:cNvPr id="1643719846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114110" y="2609849"/>
            <a:ext cx="4445571" cy="3895724"/>
          </a:xfrm>
          <a:prstGeom prst="rect">
            <a:avLst/>
          </a:prstGeom>
        </p:spPr>
      </p:pic>
      <p:sp>
        <p:nvSpPr>
          <p:cNvPr id="644702554" name=""/>
          <p:cNvSpPr txBox="1"/>
          <p:nvPr/>
        </p:nvSpPr>
        <p:spPr bwMode="auto">
          <a:xfrm rot="0" flipH="0" flipV="0">
            <a:off x="114110" y="1866899"/>
            <a:ext cx="403931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в файле /</a:t>
            </a:r>
            <a:r>
              <a:rPr lang="en-US"/>
              <a:t>routers/auth.py </a:t>
            </a:r>
            <a:r>
              <a:rPr lang="ru-RU"/>
              <a:t>описаны все методы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5098355" name="Заголовок 1"/>
          <p:cNvSpPr>
            <a:spLocks noGrp="1"/>
          </p:cNvSpPr>
          <p:nvPr>
            <p:ph type="title"/>
          </p:nvPr>
        </p:nvSpPr>
        <p:spPr bwMode="auto">
          <a:xfrm>
            <a:off x="0" y="-1587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/>
              <a:t>Role: Client</a:t>
            </a:r>
            <a:endParaRPr/>
          </a:p>
        </p:txBody>
      </p:sp>
      <p:pic>
        <p:nvPicPr>
          <p:cNvPr id="154281884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5249" y="1104899"/>
            <a:ext cx="6416628" cy="2668689"/>
          </a:xfrm>
          <a:prstGeom prst="rect">
            <a:avLst/>
          </a:prstGeom>
        </p:spPr>
      </p:pic>
      <p:pic>
        <p:nvPicPr>
          <p:cNvPr id="104849548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788473" y="48872"/>
            <a:ext cx="5270175" cy="3380127"/>
          </a:xfrm>
          <a:prstGeom prst="rect">
            <a:avLst/>
          </a:prstGeom>
        </p:spPr>
      </p:pic>
      <p:pic>
        <p:nvPicPr>
          <p:cNvPr id="114985317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6864674" y="3147445"/>
            <a:ext cx="4508175" cy="2891404"/>
          </a:xfrm>
          <a:prstGeom prst="rect">
            <a:avLst/>
          </a:prstGeom>
        </p:spPr>
      </p:pic>
      <p:pic>
        <p:nvPicPr>
          <p:cNvPr id="268484837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323849" y="3983139"/>
            <a:ext cx="4152899" cy="26677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854020" name="Заголовок 1"/>
          <p:cNvSpPr>
            <a:spLocks noGrp="1"/>
          </p:cNvSpPr>
          <p:nvPr>
            <p:ph type="title"/>
          </p:nvPr>
        </p:nvSpPr>
        <p:spPr bwMode="auto">
          <a:xfrm>
            <a:off x="0" y="-1587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/>
              <a:t>Role: </a:t>
            </a:r>
            <a:r>
              <a:rPr lang="en-US"/>
              <a:t>Engineer</a:t>
            </a:r>
            <a:endParaRPr/>
          </a:p>
        </p:txBody>
      </p:sp>
      <p:pic>
        <p:nvPicPr>
          <p:cNvPr id="175716005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342694" y="646906"/>
            <a:ext cx="7513304" cy="4552949"/>
          </a:xfrm>
          <a:prstGeom prst="rect">
            <a:avLst/>
          </a:prstGeom>
        </p:spPr>
      </p:pic>
      <p:pic>
        <p:nvPicPr>
          <p:cNvPr id="103112804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70844" y="3171422"/>
            <a:ext cx="4372655" cy="2691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899882" name="Заголовок 1"/>
          <p:cNvSpPr>
            <a:spLocks noGrp="1"/>
          </p:cNvSpPr>
          <p:nvPr>
            <p:ph type="title"/>
          </p:nvPr>
        </p:nvSpPr>
        <p:spPr bwMode="auto">
          <a:xfrm>
            <a:off x="0" y="-1587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/>
              <a:t>Role: Manager</a:t>
            </a:r>
            <a:endParaRPr/>
          </a:p>
        </p:txBody>
      </p:sp>
      <p:pic>
        <p:nvPicPr>
          <p:cNvPr id="64241745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199365" y="-95249"/>
            <a:ext cx="5937355" cy="4248149"/>
          </a:xfrm>
          <a:prstGeom prst="rect">
            <a:avLst/>
          </a:prstGeom>
        </p:spPr>
      </p:pic>
      <p:pic>
        <p:nvPicPr>
          <p:cNvPr id="184628742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0" y="857250"/>
            <a:ext cx="4629769" cy="3409949"/>
          </a:xfrm>
          <a:prstGeom prst="rect">
            <a:avLst/>
          </a:prstGeom>
        </p:spPr>
      </p:pic>
      <p:pic>
        <p:nvPicPr>
          <p:cNvPr id="195275862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2403552" y="3257549"/>
            <a:ext cx="4157856" cy="2362199"/>
          </a:xfrm>
          <a:prstGeom prst="rect">
            <a:avLst/>
          </a:prstGeom>
        </p:spPr>
      </p:pic>
      <p:pic>
        <p:nvPicPr>
          <p:cNvPr id="437512291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7400925" y="4524374"/>
            <a:ext cx="4067174" cy="19114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922533" name="Заголовок 1"/>
          <p:cNvSpPr>
            <a:spLocks noGrp="1"/>
          </p:cNvSpPr>
          <p:nvPr>
            <p:ph type="title"/>
          </p:nvPr>
        </p:nvSpPr>
        <p:spPr bwMode="auto">
          <a:xfrm>
            <a:off x="0" y="-1587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/>
              <a:t>Role: Admin</a:t>
            </a:r>
            <a:endParaRPr/>
          </a:p>
        </p:txBody>
      </p:sp>
      <p:pic>
        <p:nvPicPr>
          <p:cNvPr id="148106914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095999" y="223799"/>
            <a:ext cx="5905499" cy="2803947"/>
          </a:xfrm>
          <a:prstGeom prst="rect">
            <a:avLst/>
          </a:prstGeom>
        </p:spPr>
      </p:pic>
      <p:pic>
        <p:nvPicPr>
          <p:cNvPr id="6429405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59830" y="1309687"/>
            <a:ext cx="4997969" cy="2365759"/>
          </a:xfrm>
          <a:prstGeom prst="rect">
            <a:avLst/>
          </a:prstGeom>
        </p:spPr>
      </p:pic>
      <p:pic>
        <p:nvPicPr>
          <p:cNvPr id="5288003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200025" y="3829049"/>
            <a:ext cx="5613291" cy="2647949"/>
          </a:xfrm>
          <a:prstGeom prst="rect">
            <a:avLst/>
          </a:prstGeom>
        </p:spPr>
      </p:pic>
      <p:pic>
        <p:nvPicPr>
          <p:cNvPr id="1855742415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5743574" y="3122997"/>
            <a:ext cx="6158018" cy="1790699"/>
          </a:xfrm>
          <a:prstGeom prst="rect">
            <a:avLst/>
          </a:prstGeom>
        </p:spPr>
      </p:pic>
      <p:pic>
        <p:nvPicPr>
          <p:cNvPr id="278675035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7078588" y="4686300"/>
            <a:ext cx="3703711" cy="2028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2026-04-17T20:30:06Z</dcterms:modified>
</cp:coreProperties>
</file>